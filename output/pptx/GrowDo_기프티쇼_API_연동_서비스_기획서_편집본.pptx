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b525b87f7542e5" /><Relationship Type="http://schemas.openxmlformats.org/officeDocument/2006/relationships/extended-properties" Target="/docProps/app.xml" Id="R2b0e39c6b9224208" /><Relationship Type="http://schemas.openxmlformats.org/officeDocument/2006/relationships/officeDocument" Target="/ppt/presentation.xml" Id="R85106f234d444a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5635c365d4b83"/>
  </p:sldMasterIdLst>
  <p:notesMasterIdLst>
    <p:notesMasterId xmlns:r="http://schemas.openxmlformats.org/officeDocument/2006/relationships" r:id="R7b98a1ecd7ed4c89"/>
  </p:notesMasterIdLst>
  <p:sldIdLst>
    <p:sldId xmlns:r="http://schemas.openxmlformats.org/officeDocument/2006/relationships" id="256" r:id="R9ed7278a39534b1d"/>
    <p:sldId xmlns:r="http://schemas.openxmlformats.org/officeDocument/2006/relationships" id="257" r:id="Rc35f9de4bb1e41a5"/>
    <p:sldId xmlns:r="http://schemas.openxmlformats.org/officeDocument/2006/relationships" id="258" r:id="Rd1b106c49c934657"/>
    <p:sldId xmlns:r="http://schemas.openxmlformats.org/officeDocument/2006/relationships" id="259" r:id="R083fd0534d034b58"/>
    <p:sldId xmlns:r="http://schemas.openxmlformats.org/officeDocument/2006/relationships" id="260" r:id="R8338765b5da44015"/>
    <p:sldId xmlns:r="http://schemas.openxmlformats.org/officeDocument/2006/relationships" id="261" r:id="R71d93ce27d1d45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f3b884d74c4506" /><Relationship Type="http://schemas.openxmlformats.org/officeDocument/2006/relationships/slideMaster" Target="/ppt/slideMasters/slideMaster1.xml" Id="R66a5635c365d4b83" /><Relationship Type="http://schemas.openxmlformats.org/officeDocument/2006/relationships/notesMaster" Target="/ppt/notesMasters/notesMaster1.xml" Id="R7b98a1ecd7ed4c89" /><Relationship Type="http://schemas.openxmlformats.org/officeDocument/2006/relationships/presProps" Target="/ppt/presProps.xml" Id="Rd2d9d6b864924dd7" /><Relationship Type="http://schemas.openxmlformats.org/officeDocument/2006/relationships/tableStyles" Target="/ppt/tableStyles.xml" Id="R77b466db59304065" /><Relationship Type="http://schemas.openxmlformats.org/officeDocument/2006/relationships/slide" Target="/ppt/slides/slide1.xml" Id="R9ed7278a39534b1d" /><Relationship Type="http://schemas.openxmlformats.org/officeDocument/2006/relationships/slide" Target="/ppt/slides/slide2.xml" Id="Rc35f9de4bb1e41a5" /><Relationship Type="http://schemas.openxmlformats.org/officeDocument/2006/relationships/slide" Target="/ppt/slides/slide3.xml" Id="Rd1b106c49c934657" /><Relationship Type="http://schemas.openxmlformats.org/officeDocument/2006/relationships/slide" Target="/ppt/slides/slide4.xml" Id="R083fd0534d034b58" /><Relationship Type="http://schemas.openxmlformats.org/officeDocument/2006/relationships/slide" Target="/ppt/slides/slide5.xml" Id="R8338765b5da44015" /><Relationship Type="http://schemas.openxmlformats.org/officeDocument/2006/relationships/slide" Target="/ppt/slides/slide6.xml" Id="R71d93ce27d1d45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19d49a7549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9465e43b85438b" /><Relationship Type="http://schemas.openxmlformats.org/officeDocument/2006/relationships/notesMaster" Target="/ppt/notesMasters/notesMaster1.xml" Id="Rf451a12c25d64b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7d60a2961b4724" /><Relationship Type="http://schemas.openxmlformats.org/officeDocument/2006/relationships/notesMaster" Target="/ppt/notesMasters/notesMaster1.xml" Id="R08aa402e60174d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cb40e2673491e" /><Relationship Type="http://schemas.openxmlformats.org/officeDocument/2006/relationships/notesMaster" Target="/ppt/notesMasters/notesMaster1.xml" Id="Rbbd8f49e783f4f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3e7570d0f94ff8" /><Relationship Type="http://schemas.openxmlformats.org/officeDocument/2006/relationships/notesMaster" Target="/ppt/notesMasters/notesMaster1.xml" Id="Rd6076528711948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ef810ca92242d5" /><Relationship Type="http://schemas.openxmlformats.org/officeDocument/2006/relationships/notesMaster" Target="/ppt/notesMasters/notesMaster1.xml" Id="Rb021e7f2cf274f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68617258c647dc" /><Relationship Type="http://schemas.openxmlformats.org/officeDocument/2006/relationships/notesMaster" Target="/ppt/notesMasters/notesMaster1.xml" Id="R9a2730504b7341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GrowDo 실제 모바일 화면은 신청 서비스에서 캡처한 자료입니다.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GrowDo 실제 보상 화면은 신청 서비스에서 캡처한 자료입니다.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기프티쇼 비즈 API 연동규격서 https://biz.giftishow.com/external/down/api_qna.pdf</a:t>
            </a:r>
          </a:p>
          <a:p xmlns:a="http://schemas.openxmlformats.org/drawingml/2006/main">
            <a:r>
              <a:t>규격서의 발송 구분값 I(바코드 이미지), Y(PIN 번호) 설명을 참고했습니다.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참고: 기프티쇼 비즈 API 연동규격서 https://biz.giftishow.com/external/down/api_qna.pdf</a:t>
            </a:r>
          </a:p>
          <a:p xmlns:a="http://schemas.openxmlformats.org/drawingml/2006/main">
            <a:r>
              <a:t>참고: 모바일 쿠폰 API 가이드 https://biz.giftishow.com/blog/mobile-coupon-api-guide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5c805055549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444a3c63a4ec5" /><Relationship Type="http://schemas.openxmlformats.org/officeDocument/2006/relationships/slideLayout" Target="/ppt/slideLayouts/slideLayout1.xml" Id="Ra75b50374da546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5b50374da546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d0b29f7554dfb" /><Relationship Type="http://schemas.openxmlformats.org/officeDocument/2006/relationships/image" Target="/ppt/media/image.png" Id="Rcea3cf6adef147bc" /><Relationship Type="http://schemas.openxmlformats.org/officeDocument/2006/relationships/notesSlide" Target="/ppt/notesSlides/notesSlide1.xml" Id="Rca49fb93a5594e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95122983e43a5" /><Relationship Type="http://schemas.openxmlformats.org/officeDocument/2006/relationships/image" Target="/ppt/media/image.jpeg" Id="Rc32925a2a6c943ee" /><Relationship Type="http://schemas.openxmlformats.org/officeDocument/2006/relationships/notesSlide" Target="/ppt/notesSlides/notesSlide2.xml" Id="R666c0eefd45a45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c45582bea427e" /><Relationship Type="http://schemas.openxmlformats.org/officeDocument/2006/relationships/image" Target="/ppt/media/image2.png" Id="Rcda7ee6475eb430c" /><Relationship Type="http://schemas.openxmlformats.org/officeDocument/2006/relationships/notesSlide" Target="/ppt/notesSlides/notesSlide3.xml" Id="Rc1f75b190fb74a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ca5592f564f64" /><Relationship Type="http://schemas.openxmlformats.org/officeDocument/2006/relationships/notesSlide" Target="/ppt/notesSlides/notesSlide4.xml" Id="R8d9633dabc2b4c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584bec4c543f7" /><Relationship Type="http://schemas.openxmlformats.org/officeDocument/2006/relationships/notesSlide" Target="/ppt/notesSlides/notesSlide5.xml" Id="Ree335d97b0b548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c2c5d72774813" /><Relationship Type="http://schemas.openxmlformats.org/officeDocument/2006/relationships/notesSlide" Target="/ppt/notesSlides/notesSlide6.xml" Id="R16d198da797145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3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3cf6adef147bc"/>
          <a:stretch xmlns:a="http://schemas.openxmlformats.org/drawingml/2006/main"/>
        </p:blipFill>
        <p:spPr>
          <a:xfrm xmlns:a="http://schemas.openxmlformats.org/drawingml/2006/main">
            <a:off x="685800" y="6286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DEA90-CE1C-48D6-A97C-60B4A09B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5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GrowDo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D95AD-93E0-4A62-B5A4-80045828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기프티쇼 비즈 API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80430-73A2-422A-A47C-152495B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서비스 기획서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08517-3259-49CF-B8ED-B2EE004A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D9E6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D9E6DC"/>
                </a:solidFill>
                <a:latin typeface="Apple SD Gothic Neo"/>
                <a:ea typeface="Apple SD Gothic Neo"/>
                <a:cs typeface="Apple SD Gothic Neo"/>
              </a:rPr>
              <a:t>사용자가 습관과 목표를 달성해 적립한 포인트를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D9E6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D9E6DC"/>
                </a:solidFill>
                <a:latin typeface="Apple SD Gothic Neo"/>
                <a:ea typeface="Apple SD Gothic Neo"/>
                <a:cs typeface="Apple SD Gothic Neo"/>
              </a:rPr>
              <a:t>모바일 쿠폰으로 교환하는 고객 보상 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7F01E-AAE0-4F95-9D02-91CCDB9E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B7C5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7C5BA"/>
                </a:solidFill>
                <a:latin typeface="Apple SD Gothic Neo"/>
                <a:ea typeface="Apple SD Gothic Neo"/>
                <a:cs typeface="Apple SD Gothic Neo"/>
              </a:rPr>
              <a:t>작성일  2026.09.23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F731C-5504-4C05-B252-C956FCB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626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B7C5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7C5BA"/>
                </a:solidFill>
                <a:latin typeface="Apple SD Gothic Neo"/>
                <a:ea typeface="Apple SD Gothic Neo"/>
                <a:cs typeface="Apple SD Gothic Neo"/>
              </a:rPr>
              <a:t>담당 문의  okpc0305@gmail.com</a:t>
            </a:r>
          </a:p>
        </p:txBody>
      </p:sp>
    </p:spTree>
    <p:extLst>
      <p:ext uri="{BB962C8B-B14F-4D97-AF65-F5344CB8AC3E}">
        <p14:creationId xmlns:p14="http://schemas.microsoft.com/office/powerpoint/2010/main" val="1749934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EA6FB-2E60-464E-93F2-55B7F342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01  서비스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95AC0-93CD-4478-AF46-925F8A8B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기록과 달성을 연결하는 자기관리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7FDE7-10C8-498C-ABF9-2DF097CD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GrowDo는 습관, 할 일, 목표를 기록하고 달성 흐름을 이어가도록 돕는 웹 및 모바일 서비스입니다.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4E641-5E32-45F4-99A0-AB2E6EC8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A5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84A3D-D0DA-4A46-A0EB-EC1DF6AB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A4D69-9D04-4C16-B66A-AE2D56BA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3842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반복 행동과 오늘 할 일을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성격에 맞게 나누어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4BD7F-782F-41F9-A69A-7FE0618C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B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0D939-EA37-4E95-B9CF-17BB4A41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A5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B0B4A-26B4-48BC-890D-CF1AF97D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57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E4160-BEB1-4586-8EF6-44E07441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완료 기록을 바탕으로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챌린지 진행도를 반영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42C3C-DD7A-4151-BCD8-C085E68F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B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0F836-11B2-47DB-B60B-38904634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A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D2D06-6D63-4DB3-A8F7-1CE8842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보상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65A99-A748-4394-BD2C-28E4CEA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챌린지 포인트로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모바일 쿠폰을 교환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18431-84B6-4180-9A3F-6A0478BA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105150" cy="4095750"/>
          </a:xfrm>
          <a:prstGeom xmlns:a="http://schemas.openxmlformats.org/drawingml/2006/main" prst="roundRect">
            <a:avLst>
              <a:gd name="adj" fmla="val 8589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925a2a6c943ee"/>
          <a:stretch xmlns:a="http://schemas.openxmlformats.org/drawingml/2006/main"/>
        </p:blipFill>
        <p:spPr>
          <a:xfrm xmlns:a="http://schemas.openxmlformats.org/drawingml/2006/main">
            <a:off x="7920841" y="2133600"/>
            <a:ext cx="1741468" cy="3790950"/>
          </a:xfrm>
          <a:prstGeom xmlns:a="http://schemas.openxmlformats.org/drawingml/2006/main" prst="roundRect">
            <a:avLst>
              <a:gd name="adj" fmla="val 9402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50595-D085-4319-AFE2-61F0F5B5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715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실제 모바일 화면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A25F9-DF28-4F6F-A353-956D920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336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포인트와 쿠폰은 서비스 활동을 이어가는 작은 보상으로 운영합니다. 현금 환급이나 재판매 기능은 제공하지 않습니다.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A44AA-AAB2-47F0-B715-5F2BA2B9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195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9A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F4575-9EEB-49E1-87FB-8289376C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148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대상 이용자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E05E6-3664-4FB5-B0B2-14DE3257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19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만 14세 이상 GrowDo 회원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4EF5C7-6048-40FD-B1E6-3C6B9C67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91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가입 방식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E062F-D7B3-4A77-9B7A-B0D42FA5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4959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Google · Apple · 카카오 · 네이버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BF3E54-1859-46A3-9521-7F1527A0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AD8B7-5721-4D92-A19C-FCCCBCF8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GrowDo  |  기프티쇼 비즈 API 연동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48717-9252-424B-8FFC-937F9369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8784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7DACF0-1C95-4BC0-B84C-1FFB3873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02  사용자 이용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F5344-9625-410C-B98F-759F2971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포인트 적립부터 내 쿠폰 확인까지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6B5EC-C485-404C-BECE-17ADE57C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로그인한 이용자가 자신의 포인트로 교환을 요청하고, 발급된 쿠폰은 같은 계정에서만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08D96-349C-4A81-9D4D-50EB44EC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028950" cy="38100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7ee6475eb430c"/>
          <a:stretch xmlns:a="http://schemas.openxmlformats.org/drawingml/2006/main"/>
        </p:blipFill>
        <p:spPr>
          <a:xfrm xmlns:a="http://schemas.openxmlformats.org/drawingml/2006/main">
            <a:off x="1201823" y="2209800"/>
            <a:ext cx="2035003" cy="354330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7BF34-CED6-4F14-A237-6F473667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0C210-5D27-4D09-9E97-12A82EA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52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활동 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2E544-4D41-49C9-8DFE-1CFD7CED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습관, 할 일 또는 목표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11D4F-1D03-48A4-A906-6A25D310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643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A6B5F-A8BF-465A-9AC3-6FAE9220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FBFEB-78B9-40AF-AAD5-BE5CABA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포인트 적립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BF314-14E3-45E8-96C3-0488A098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챌린지 기준 충족 시 지급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6AF22-40E9-4268-857D-3162B4A0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09950"/>
            <a:ext cx="643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8F7B7-34AC-4422-9EF9-B95FF8F2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81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AC14E-BBF1-418A-ACB1-92877959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62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보상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C45A4-FC75-4A79-AA3B-786877DB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909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원하는 모바일 쿠폰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5193F-E91E-47A3-9226-9B809548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14800"/>
            <a:ext cx="643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9B5D3-4FA8-43F6-BA2E-BF2F4581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B144A-39C0-472B-B92A-AEC1C6FF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67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교환 확정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F1651-DC37-4A08-8144-5C7E95B2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957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포인트와 발급 조건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23966-1A5E-46F8-8880-7C42F8DB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19650"/>
            <a:ext cx="643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A5EC3-0A7A-4E68-AFE7-B5064FE7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91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D8AA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D8AA4B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86C56-91C5-422A-80C5-63D1753C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72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쿠폰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B7EB2-8B62-4151-98BF-230F348E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00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내 쿠폰함에서 본인만 열람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78001-2F35-4C6B-A604-8ED08308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53100"/>
            <a:ext cx="643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F5E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9DCDD-B9A0-4D03-91D9-FED70326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483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쿠폰 유효기간은 API 응답값을 기준으로 상세 화면에 표시합니다.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6F918-004A-457E-B3FE-07B64FA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580B33-A193-4278-9C4C-D2BC35B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GrowDo  |  기프티쇼 비즈 API 연동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82B30F-B1EF-4BF8-9904-19E86EE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3119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63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3CFC47-C0A5-4AB7-9AD8-0D00A7C2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8FD19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8FD19D"/>
                </a:solidFill>
                <a:latin typeface="Apple SD Gothic Neo"/>
                <a:ea typeface="Apple SD Gothic Neo"/>
                <a:cs typeface="Apple SD Gothic Neo"/>
              </a:rPr>
              <a:t>03  API 연동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1D32C-4929-4885-8D39-EDABD00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교환 요청과 쿠폰 발급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575BA-CEF7-4B1D-9575-950359CA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C9D6C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C9D6CC"/>
                </a:solidFill>
                <a:latin typeface="Apple SD Gothic Neo"/>
                <a:ea typeface="Apple SD Gothic Neo"/>
                <a:cs typeface="Apple SD Gothic Neo"/>
              </a:rPr>
              <a:t>1차 연동 희망 방식은 바코드 이미지 수신형(I)이며, 운영 협의에 따라 PIN 수신형(Y)도 함께 검토합니다.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7AB58-05D3-49DE-B4DA-0F4811B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GrowDo 사용자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68431-E476-4370-AEF2-8A2B045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28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06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71202-ABBB-483E-9BE2-722A1B63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289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061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8988F-E59F-46A0-97A3-5E8376E3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GrowDo 백엔드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0595D-F118-4385-B858-B9D1BB41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28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0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48F2E-DC98-4F54-AD24-D5884CC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289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061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1DDB6-EC47-4754-8030-7CEB0D6E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기프티쇼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6DDEA-FD8E-42C6-8C0A-E403777B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28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0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4780D-2F5E-428E-ADBE-1791CFD9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289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061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3A1C2-678E-4D68-A879-EFF45954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비공개 저장소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39DDD-3B10-439E-8D3F-1910ECA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28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0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82294-11FA-4F9E-8335-932A03B4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289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061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16F41-6563-4145-8A17-E2F87078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14650"/>
            <a:ext cx="2762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A5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1BCE3-AC71-4980-9B1E-56AA8AD4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860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rPr>
              <a:t>1  포인트 교환 요청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4AFE9-8055-452E-9D08-7F28FEC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29000"/>
            <a:ext cx="27622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8AA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B7A3C-C224-4847-9DD7-FEF69395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04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rPr>
              <a:t>2  포인트·중복·상품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40552-7493-4582-ACC4-6557165A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43350"/>
            <a:ext cx="2762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A5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F08E0-BF7F-413F-9442-51451FDA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rPr>
              <a:t>3  쿠폰 발급 API 호출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2AF6E-C5B8-437D-BDE7-A7FD7B32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57700"/>
            <a:ext cx="27622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8AA4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6C86E-EE97-4DF2-8A61-461BB175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291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rPr>
              <a:t>4  PIN·이미지·유효기간 응답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58C56-A810-4943-8C2C-869FC48E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72050"/>
            <a:ext cx="5524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A5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25F08-282F-4FCE-A64D-FA08F6EE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434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rPr>
              <a:t>5  암호화 및 비공개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109D9-AD9C-40C1-A124-A03DEF0E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86400"/>
            <a:ext cx="27622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8AA4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DB3F06-396B-44A0-B5DA-C0549403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57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9E5DB"/>
                </a:solidFill>
                <a:latin typeface="Apple SD Gothic Neo"/>
                <a:ea typeface="Apple SD Gothic Neo"/>
                <a:cs typeface="Apple SD Gothic Neo"/>
              </a:rPr>
              <a:t>6  내 쿠폰 정보 반환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BFFE58-DE5A-4E81-A854-326181FF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06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DD637-994F-41F8-BD38-FA45D2D4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AFC0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C0B3"/>
                </a:solidFill>
                <a:latin typeface="Apple SD Gothic Neo"/>
                <a:ea typeface="Apple SD Gothic Neo"/>
                <a:cs typeface="Apple SD Gothic Neo"/>
              </a:rPr>
              <a:t>GrowDo  |  기프티쇼 비즈 API 연동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C14C9-B0F8-49F6-A05C-68F1C2DF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AFC0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C0B3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663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11F92-F7FB-406D-9054-E1A985F9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04  보안 및 운영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B665C-7B5C-44CB-A29B-C8AB2E3B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중복 발급과 쿠폰 정보 노출 방지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59440-9EBF-4254-90C4-22DC0556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교환 거래의 정합성, 발급 데이터 보호, 사용자 소유권 확인을 각각 분리해 적용합니다.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43A7B-7933-4312-A26A-E1EC067C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6B8ED-01F2-4E04-B0AD-7DA811B5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32585-F215-451D-ACD1-067E5FF1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BD13C-F4A9-41D1-B97E-B8DE2819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D093A-F726-49EE-96BD-3ABB713A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중복 교환 방지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D4843-ABA3-40E1-AE31-CFD5D26A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UUID 기반 멱등성 키와 DB 고유 제약을 적용합니다. 교환 중에는 사용자, 보상, 재고 행을 트랜잭션에서 잠급니다.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D9F86-A46C-4A79-8F79-3ABEEF2E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09354-E7DD-45B2-A8BC-B93C3D3B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쿠폰 PIN 암호화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1BE9F-28B0-4157-9850-E9EB14F1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쿠폰 번호는 AES-256-GCM 방식으로 암호화합니다. 운영 화면과 로그에는 평문 PIN을 남기지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4288B-CD34-48B9-919D-42D97C1E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D8AA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D8AA4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E5D54-9BA9-498C-8EB1-023A24C2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쿠폰 이미지 비공개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8F2C3-2927-4C5B-A9B5-E7332819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공개 S3 URL을 제공하지 않습니다. GrowDo가 소유권을 확인한 뒤 비공개 이미지 서버를 통해 이미지를 전달합니다.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9E653-9EDB-46EC-8212-6B5305B0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D8AA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D8AA4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ABF20-B4CD-4091-A7C0-94B1BA00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본인 계정만 열람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FD8AA-4F11-4103-8449-85502029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77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발급 쿠폰은 사용자 보상 이력과 연결합니다. 다른 사용자 번호로 요청하면 PIN과 이미지를 반환하지 않습니다.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D043D-7346-4BEE-96E0-C1C9535D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86450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쿠폰 문의와 클레임은 GrowDo 고객지원에서 1차 확인하고 발급 이력을 추적합니다.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BF531-737C-4C0A-B905-050DFEAA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1443C-C0D4-4828-9CD5-79EB9C33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GrowDo  |  기프티쇼 비즈 API 연동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88CFC-56B7-45B8-B670-37366A98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22818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3CF6EC-1456-482D-A192-46DF8760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9A52"/>
                </a:solidFill>
                <a:latin typeface="Apple SD Gothic Neo"/>
                <a:ea typeface="Apple SD Gothic Neo"/>
                <a:cs typeface="Apple SD Gothic Neo"/>
              </a:rPr>
              <a:t>05  운영 계획 및 요청 사항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BC8FF-D0B9-4C3C-9A9A-A0264A4C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소규모 베타 운영 후 발급량 확대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19E04-121B-4BFE-A532-145F6034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초기에는 커피 쿠폰 중심으로 발급과 문의 흐름을 검증하고, 운영 결과를 확인한 뒤 상품을 확대할 계획입니다.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A0B16-F4A7-49B5-9CCF-5BB60BF7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이용 목적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FCF14-976C-45EE-8217-C4092321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고객관리 및 서비스 이용 리워드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EC3AD-F824-4C6A-94C2-A3E427E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F9D71-8B8B-44CB-81E2-C65BECF1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초기 상품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2D3E8-4CD9-49DA-B53D-E4C47048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003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스타벅스 커피 등 소액 모바일 쿠폰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24C86-F54B-41DA-B9CF-AD612FFF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E99E2-12F3-446E-8E26-3745A696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예상 규모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CFF0E-33F3-491B-B03D-B9D331A2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베타 월 10-30건 내외, 이용자 증가에 따라 확대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FE045-AC93-4016-9A41-924ADC6D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BC086-4609-435D-869A-0CCB6BC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발급 시점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5727D-9F8D-4E03-8293-65A849EE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052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사용자가 포인트 교환을 확정한 즉시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D2913-B3EE-4DC9-96BE-2698D3E8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6F15E-742C-494A-8A2A-A34A41D2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희망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80FDE-9D4F-442E-BEF7-B3AFB591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57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바코드 이미지 수신(I), 필요 시 PIN 수신(Y)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328D3-C5C9-4AE9-9CA7-9892AB7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98662-0C86-44DE-9018-1A5F45A8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F6F3A"/>
                </a:solidFill>
                <a:latin typeface="Apple SD Gothic Neo"/>
                <a:ea typeface="Apple SD Gothic Neo"/>
                <a:cs typeface="Apple SD Gothic Neo"/>
              </a:rPr>
              <a:t>고객 문의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435F3-721F-4EE4-93CC-0A5497BD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10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GrowDo가 직접 1차 접수 및 처리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2C3EC-E629-465F-9EAC-BB070545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CD9AA-20BB-4BAC-BECB-1D2D62B8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3714750" cy="213360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rgbClr val="263A2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692A3-197A-4F7E-AE26-6CCF870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8FD19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8FD19D"/>
                </a:solidFill>
                <a:latin typeface="Apple SD Gothic Neo"/>
                <a:ea typeface="Apple SD Gothic Neo"/>
                <a:cs typeface="Apple SD Gothic Neo"/>
              </a:rPr>
              <a:t>연동 요청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BD655-9C01-4476-86B4-8B5B9548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API 연동발송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서비스 승인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E21F1-BA29-4C78-BC50-62559FB8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2DE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2DED5"/>
                </a:solidFill>
                <a:latin typeface="Apple SD Gothic Neo"/>
                <a:ea typeface="Apple SD Gothic Neo"/>
                <a:cs typeface="Apple SD Gothic Neo"/>
              </a:rPr>
              <a:t>상용 인증키 발급과 연동 검토를 요청드립니다.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830FF-C0D5-45B4-9147-30CDA14B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62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3128"/>
                </a:solidFill>
                <a:latin typeface="Apple SD Gothic Neo"/>
                <a:ea typeface="Apple SD Gothic Neo"/>
                <a:cs typeface="Apple SD Gothic Neo"/>
              </a:rPr>
              <a:t>GrowDo 서비스 운영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3D7DC-06A3-487A-9A32-2AD8A282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62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okpc0305@gmail.com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A68DFC-1FFC-4F03-B65D-4938953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67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https://growdo.kr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7006CD-9163-4716-B249-482556CC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예상 규모는 베타 운영 기준이며 실제 이용자 수에 따라 변동될 수 있습니다.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0E890-0FDA-4AC4-9F83-1591D8BE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F8090C-6BE3-4953-A333-231573E1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GrowDo  |  기프티쇼 비즈 API 연동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8D0E5-E450-4FF0-B2D9-D923FB7F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E786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91077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2026-09-23T10:03:19.6440000Z</dcterms:created>
  <dcterms:modified xsi:type="dcterms:W3CDTF">2026-09-23T10:03:19.6440000Z</dcterms:modified>
</coreProperties>
</file>